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8a9f75b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8a9f75b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18a9f75b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18a9f75b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18a9f75b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18a9f75b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18a9f75b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18a9f75b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18a9f75b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18a9f75b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18a9f75b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18a9f75b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18a9f75b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18a9f75b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8a9f75ba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8a9f75b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8a9f75ba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18a9f75b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18a9f75b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18a9f75b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18a9f75ba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18a9f75ba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8a9f75ba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18a9f75b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8a9f75ba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18a9f75ba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680"/>
              <a:t>Understanding Segmentation and Paging in Operating Systems </a:t>
            </a:r>
            <a:endParaRPr b="1" sz="46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94500" y="4230825"/>
            <a:ext cx="69309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/>
              <a:t>Presented by: Abhisek Swain</a:t>
            </a:r>
            <a:endParaRPr sz="231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/>
              <a:t>Registration number: 2141019415</a:t>
            </a:r>
            <a:endParaRPr sz="23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 u="sng">
                <a:solidFill>
                  <a:schemeClr val="dk2"/>
                </a:solidFill>
              </a:rPr>
              <a:t>What is memory management? </a:t>
            </a:r>
            <a:endParaRPr b="1" u="sng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91025" y="456500"/>
            <a:ext cx="85206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process of managing and organising computer memory is known as memory management.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Primary objectives: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Effective memory distribution among processes.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spaces are protected.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</a:t>
            </a:r>
            <a:r>
              <a:rPr lang="en-GB"/>
              <a:t>for multitasking.</a:t>
            </a:r>
            <a:endParaRPr/>
          </a:p>
        </p:txBody>
      </p:sp>
      <p:pic>
        <p:nvPicPr>
          <p:cNvPr id="62" name="Google Shape;62;p1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613" y="2778425"/>
            <a:ext cx="5607875" cy="23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Overview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0" y="572700"/>
            <a:ext cx="8520600" cy="23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 of memory are arranged logically into code, data, and stack categories. Each segment has a limit and a base address.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organisation is logical.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Segment-level sharing and protection.</a:t>
            </a:r>
            <a:endParaRPr/>
          </a:p>
        </p:txBody>
      </p:sp>
      <p:pic>
        <p:nvPicPr>
          <p:cNvPr id="69" name="Google Shape;69;p15" title="1_9gUIzFtkKiICdLbEjAKux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937" y="2686200"/>
            <a:ext cx="4990725" cy="24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How Segmentation Operates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0" y="660175"/>
            <a:ext cx="6687900" cy="23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&lt;segment number, offset&gt;.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 the segment table, find the segment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Check if offset &lt; limit.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Base address plus offset is the physical address.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2, offset 150.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table: Base = 4000, Limit = 500.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4000 + 150 = 4150.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Screenshot 2025-04-30 0035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275" y="414338"/>
            <a:ext cx="658177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Overview of Paging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0" y="643200"/>
            <a:ext cx="8520600" cy="19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separates memory into pages of a set size, such as 4KB.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frames make up physical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Benefits: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Simplifies allocation.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Eliminates external fragmentation.</a:t>
            </a:r>
            <a:endParaRPr/>
          </a:p>
        </p:txBody>
      </p:sp>
      <p:pic>
        <p:nvPicPr>
          <p:cNvPr id="87" name="Google Shape;87;p18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725" y="2472725"/>
            <a:ext cx="4764575" cy="26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Operation of Paging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91025" y="711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&lt;page number, offset&gt;.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Use the page table to find the page number.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Obtain the frame number.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The physical address is equal to the frame number times the page size plus offset.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Logical address: Page 3, offset 1024.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table: Page 3 → Frame 7.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7 × 4096 + 1024 = 29696.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Page-table-in-operating-syste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25" y="644675"/>
            <a:ext cx="8408774" cy="41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with Paging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0" y="572700"/>
            <a:ext cx="85206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Combines benefits of both: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organisation (segmentation).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Fixed-size allocation (paging).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Process: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address → Segment → Page → Physical address.</a:t>
            </a:r>
            <a:endParaRPr/>
          </a:p>
        </p:txBody>
      </p:sp>
      <p:pic>
        <p:nvPicPr>
          <p:cNvPr id="106" name="Google Shape;106;p21" title="Segmented-Paging-Problem-01-Virtual-Address-Divi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238" y="3219650"/>
            <a:ext cx="4006135" cy="19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+ Paging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0" y="572700"/>
            <a:ext cx="8520600" cy="29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Segment 1, offset 5000.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 table: Segment 1 → Page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Offset 5000 = Page 1, offset 904 (5000 ÷ 4096 = 1, 5000 mod 4096 = 904).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 table: Page 1 → Frame 5.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 address = 5 × 4096 + 904 = 21384.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Untitled-Diagram-9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975" y="642225"/>
            <a:ext cx="6620350" cy="38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108000" y="660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sharing and logical structure.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complicated management and external fragmentation.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allocation and no external fragmentation.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Lack of logical grouping and internal fragmentation.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Together: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Pros: Flexible, efficient.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Cons:The complexity has increased.</a:t>
            </a:r>
            <a:endParaRPr/>
          </a:p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Segmentation and Paging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Are These Used?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91025" y="67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Segmentation: Older systems (e.g., Intel 8086).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Paging: Modern OS like Linux, Windows.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Combined: x86 architecture, modern multitasking 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takeaways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0" y="67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is logically organised by segmentation, while allocation is made simpler by paging.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Both allow for effective, secure memory management.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contemporary systems, a combined approach is typical.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OS design requires an understanding of address translation.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